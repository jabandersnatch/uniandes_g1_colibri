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🧠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Deep Reinforcement Learning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A3A3"/>
                </a:solidFill>
              </a:rPr>
              <a:t>How Machines Learn to Make Decisions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BD2C"/>
                </a:solidFill>
              </a:rPr>
              <a:t>📚 Learn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BD2C"/>
                </a:solidFill>
              </a:rPr>
              <a:t>🎯 Decide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BD2C"/>
                </a:solidFill>
              </a:rPr>
              <a:t>📈 Improve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Core Idea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BD2C"/>
                </a:solidFill>
              </a:rPr>
              <a:t>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04040"/>
                </a:solidFill>
              </a:rPr>
              <a:t>An agent learns to make decisions by interacting with an environment,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404040"/>
                </a:solidFill>
              </a:rPr>
              <a:t>receiving rewards for good actions, and penalties for bad ones.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💡 Think of it like...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6517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45720" cy="13716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Training a Dog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Give treats for good behavior, the dog learns what to 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880360"/>
            <a:ext cx="26517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880360"/>
            <a:ext cx="45720" cy="13716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Playing Video Games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Score points for success, lose lives for mistakes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6517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2880360"/>
            <a:ext cx="45720" cy="13716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👶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Learning to Walk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Fall down, get up, adjust, repeat until mastery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Reinforcement Learning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1097280"/>
            <a:ext cx="3291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🧠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(Policy / Neural Network)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3200400"/>
            <a:ext cx="329184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🌍 ENVIRONMENT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(Simulation / Real World)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109728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3200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286000"/>
            <a:ext cx="2011680" cy="8229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ACTION (aₜ)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What the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decides to 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182880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1828800"/>
            <a:ext cx="201168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STATE (sₜ)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What the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observes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01168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REWARD (rₜ)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Feedback signal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(good/bad)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</a:rPr>
              <a:t>At each time step 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Agent observes state → Takes action → Receives reward → Observes new state → Repeat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Breaking Down the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👁️ STATE (sₜ)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Everything the agent can observe about the world at time 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7947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Robot 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Joint positions (29 values)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Joint velocities (29 values)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Body orientation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Goal position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005840"/>
            <a:ext cx="73152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🎬 ACTION (aₜ)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The decision the agent makes based on the current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920240"/>
            <a:ext cx="37947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965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Robot 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Motor torques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Joint position targets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Velocity commands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114800" cy="1828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44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🏆 REWARD (rₜ)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Numerical feedback: positive for good, negative for bad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886200"/>
            <a:ext cx="37947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Robot 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+1 for moving toward goal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-1 for falling 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• +10 for reaching target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97180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44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📜 POLICY (π)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The agent's strategy: maps states to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886200"/>
            <a:ext cx="37947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π(s) →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"Given this situation,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what should I do?"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(Learned via neural net)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Learning Process: Trial and Error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645920" cy="2011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645920" cy="4572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Explore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Try random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See what happens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097280"/>
            <a:ext cx="1645920" cy="2011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097280"/>
            <a:ext cx="1645920" cy="4572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5740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574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Observe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Get rewards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Learn consequences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1097280"/>
            <a:ext cx="1645920" cy="2011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4048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4048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Update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Adjust policy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Better decisions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23560" y="1097280"/>
            <a:ext cx="1645920" cy="2011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1097280"/>
            <a:ext cx="1645920" cy="4572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2356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62356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Exploit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Use 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Maximize reward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06640" y="1097280"/>
            <a:ext cx="1645920" cy="2011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1097280"/>
            <a:ext cx="1645920" cy="4572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0664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066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Repeat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Continue improving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Master the task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364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💡 Key Insight: Exploration vs. Exploitation Trade-off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36393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The agent must balance trying new things (exploration) with using what it already knows works (exploitation). Too much exploration = slow learning. Too much exploitation = stuck in suboptimal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Makes it "Deep"?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4040"/>
                </a:solidFill>
              </a:rPr>
              <a:t>Traditional RL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252"/>
                </a:solidFill>
              </a:rPr>
              <a:t>Q-Tables / Simple Functions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Works for small state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Stores value for each state-action pair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Cannot handle complex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Limited to discrete states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DBD2C"/>
                </a:solidFill>
              </a:rPr>
              <a:t>+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2560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Deep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Neural Networks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Handles high-dimensional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Learns complex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Generalizes to new situations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• Continuous state/action spaces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BD2C"/>
                </a:solidFill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828800" y="3794760"/>
            <a:ext cx="5486400" cy="82296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🚀 DEEP REINFORCEMENT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RL algorithms powered by neural networks for complex, real-world problems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Neural Network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011680" cy="2286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State (sₜ)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7830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10312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42316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74320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06324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...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1188720"/>
            <a:ext cx="365760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</a:rPr>
              <a:t>HIDDEN LAYERS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</a:rPr>
              <a:t>[512, 256, 128] neurons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219456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256032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92608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2461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</a:rPr>
              <a:t>...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182880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219456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256032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292608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2461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</a:rPr>
              <a:t>...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182880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219456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256032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0" y="2926080"/>
            <a:ext cx="228600" cy="228600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2461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</a:rPr>
              <a:t>...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1188720"/>
            <a:ext cx="2011680" cy="2286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Action (aₜ)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192024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0920" y="228600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360920" y="26517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301752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32461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</a:rPr>
              <a:t>...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3774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3A3"/>
                </a:solidFill>
              </a:rPr>
              <a:t>→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3093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3A3"/>
                </a:solidFill>
              </a:rPr>
              <a:t>→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2651760" cy="7315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125 dimensions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Joint positions, velocities,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goal, orientation...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46120" y="365760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Learns complex patterns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Non-linear transformations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Feature extraction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3657600"/>
            <a:ext cx="2651760" cy="7315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6" name="Text 44"/>
          <p:cNvSpPr/>
          <p:nvPr/>
        </p:nvSpPr>
        <p:spPr>
          <a:xfrm>
            <a:off x="608076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29 joint targets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Motor commands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</a:rPr>
              <a:t>for each DOF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PPO: Proximal Policy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37373"/>
                </a:solidFill>
              </a:rPr>
              <a:t>The algorithm used in this thesis (and most modern robotics)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1887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188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🛡️ Stable Updates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Prevents catastrophically large policy changes that could destabilize learning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11887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1188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⚖️ Trust Region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Clips updates to stay close to the previous policy (controlled exploration)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114800" cy="11887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06040"/>
            <a:ext cx="54864" cy="1188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🎭 Actor-Critic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Two networks: Actor (policy) decides actions, Critic (value) evaluates them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1887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606040"/>
            <a:ext cx="54864" cy="1188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⚡ Sample Efficient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Reuses collected experience multiple times, reducing simulation needs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23360"/>
            <a:ext cx="54864" cy="6858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🏆 Why PPO for Robotics?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Proven sim-to-real transfer on Unitree, ANYmal, and other platforms. Balances learning speed with stability—critical when mistakes can damage expensive hardware.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Reward Function: Teaching the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37373"/>
                </a:solidFill>
              </a:rPr>
              <a:t>The reward function is how we communicate WHAT we want the agent to learn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 POSITIVE REWARDS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Encourage desired behaviors: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Moving toward the goal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Maintaining 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Smooth, efficient movements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Reaching the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 NEGATIVE REWARDS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Discourage bad behaviors: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Falling down (-200!)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Jerky movements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Excessive energy 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Going backward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Reward = Σ (weight × reward_component)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R = 1.0×velocity + 0.3×goal_tracking - 0.005×action_rate - 200×fall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68580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⚠️ Reward Engineering is HARD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</a:rPr>
              <a:t>Poorly designed rewards lead to unexpected behaviors. The agent optimizes EXACTLY what you specify—which may not be what you actually want!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Deep RL in a Nutshell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1828800" cy="4572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Neural network that learns to make decisions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88720"/>
            <a:ext cx="2743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ENVIRONMENT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The world the agent interacts with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What the agent observes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What the agent decides to 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274320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REWARD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Feedback signal for learning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2743200" cy="1371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2743200"/>
            <a:ext cx="2743200" cy="36576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POLICY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The learned strategy (state → action)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FDBD2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🎯 Goal: Learn a policy that maximizes cumulative reward over time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Explained</dc:title>
  <dc:subject>PptxGenJS Presentation</dc:subject>
  <dc:creator>PptxGenJS</dc:creator>
  <cp:lastModifiedBy>PptxGenJS</cp:lastModifiedBy>
  <cp:revision>1</cp:revision>
  <dcterms:created xsi:type="dcterms:W3CDTF">2026-01-26T23:55:28Z</dcterms:created>
  <dcterms:modified xsi:type="dcterms:W3CDTF">2026-01-26T23:55:28Z</dcterms:modified>
</cp:coreProperties>
</file>